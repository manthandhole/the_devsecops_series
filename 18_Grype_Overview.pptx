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3365-43D9-C424-45C6-ACE73E1C7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63A41-7A36-F9DF-6260-4A5521F26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6A911-7B67-0236-2676-71300FC4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F30B6-9A62-B652-E39E-A039A4DE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52681-46B3-8A9C-B970-2EFEE057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1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3D53-6E0F-FDE9-B395-2DABA8C1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62692-8AEC-6C3E-3BD1-C48C20627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026B6-0069-BD08-932B-750DB4D4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774AC-408B-4EE0-C40A-8044ECD4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8F52C-1216-8592-30F2-49D60C3F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55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5C9EE-B62C-B25A-B53F-C530AC9A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610D9-AEFA-6307-C000-3269F160E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BA70E-CE34-4FCB-025E-F0C8935C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05FA6-FFF7-2CDB-F42E-892059C7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E90BE-91BA-7D07-70B1-A1D12703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4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FC3A-6D3A-6FEC-3C21-038363AA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37A2-F05D-7418-1B9C-45BA51C3B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15834-5AE6-32EB-418C-9E6ECE417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1350B-5A23-A30F-F499-1B266548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71169-B5B3-DC82-6065-427239C3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8CD2D-EEB3-786E-271D-05B558CE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21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89D7-7EFE-4A83-80F7-C627E91E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C0C49-3CC8-007F-7658-CF999043E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38D4-B8BD-B23B-3A1F-FD2F1D7A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9064-B5F6-3C24-D306-E86ED6063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9F2B2-8A34-83E9-4FD4-850E39095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6BED3-C9F0-2CC9-9859-ECBE3D09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17200-07B0-AA03-C5C4-316D0C7B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E9D58-C0F4-E4E4-8A98-4113785A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46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8881F-04E3-5B9D-72C6-9671D906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B46A9-843F-FF29-01FB-C97D82C5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04C5B-4E64-A57E-75B6-1B1E1B00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F84B5-52C9-580A-D521-E03F8FE4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91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826BA-0FF2-C3D1-389B-03002319E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F76884-89E8-AB9E-9BFF-0ECD5697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8621C-C720-62EE-A57B-A40962E2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15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8AC6-83CA-747F-7ADB-2F49535D6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CEE84-4561-49DE-3839-C113B59C3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63200-FD21-CA16-131B-B5E52545D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E71EA-73B8-CB90-B0D3-5940C5A4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E7414-266C-9659-A254-32DD37C2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51B57-A195-93BB-6FB3-92255F7A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15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D36E-A870-8058-BC7E-60DEC8697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82A0F-BCB9-8B39-F059-BE31544D7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14391-DCDA-9EB5-5178-6BB25428F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E2751-F029-D082-FDDF-EA6009DE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2E256-BE59-836B-41E0-75C744806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3B3EE-8A0E-4F62-9F4E-0DC651FB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095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EFD3-11F0-4C0A-D309-077412C8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9594D-00C1-51AB-E620-CB628F742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4A404-3218-1218-09BB-9A5A9218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D7798-A740-348F-BADE-FA61BDE3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5B2F5-28C8-DE1D-AD77-901FBCC9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1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7190A-4EE3-EE2B-F1C6-2843ADDE1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5265F-859B-5DC1-E666-416956BA2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43ABC-535F-6C1E-B263-32B3D778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F4C9D-AD70-7086-E520-484B4155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6AF7-0FDC-C58B-B780-9831DCAA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0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8EC4FD-C7A7-5804-A0DB-26C81D2E8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D77C1-25DC-E418-47C7-C73B85AE7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1181A-68D0-4B17-1E43-390E931C9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88FD7-CE1E-4B78-B87C-C75904CE237F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429E-E18C-F3CC-5FC4-7A6F1E6FD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50E3-9D11-ECB3-9BAF-079AE60A2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F2E03-6BD5-41E3-BEBA-2958176E86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903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E60E12-107B-8C78-A44D-5FB8B0B96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95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B682-3A47-4D44-ED5B-31F525F2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40954-83D1-19A9-7C60-029EF9B3D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87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1313-786B-F60C-CB10-8E6B8FECC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3AAAB-5F17-BAEA-47DF-A01DE65E4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4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970A-5B06-89A2-0038-5D62A999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72ADA-3DBB-0E60-E3AD-FF68F8C02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74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C770-C90B-AF32-EB60-29C32685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46FC0-D062-EEE8-FC6A-6F664C316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5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31D3-3704-25A9-6C25-03DFF2E6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0BAE2-CF20-C79B-E51B-5F607681F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07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DSO</dc:creator>
  <cp:lastModifiedBy>DSO</cp:lastModifiedBy>
  <cp:revision>1</cp:revision>
  <dcterms:created xsi:type="dcterms:W3CDTF">2025-11-16T14:17:35Z</dcterms:created>
  <dcterms:modified xsi:type="dcterms:W3CDTF">2025-11-16T14:17:51Z</dcterms:modified>
</cp:coreProperties>
</file>