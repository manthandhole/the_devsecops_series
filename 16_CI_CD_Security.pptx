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D841E-2896-A131-D16D-00507BE5A1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515610-EEC2-798A-598D-AFDF29A1E1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339A14-AA1B-272C-BF70-A5E83CAC7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D52D-7A26-41AF-9153-0DFDCA662967}" type="datetimeFigureOut">
              <a:rPr lang="en-IN" smtClean="0"/>
              <a:t>30-09-2025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A73AD3-893B-9CC9-0E2F-A54DAC083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C63F34-153F-1A29-06ED-6322A0EBF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AC1DF-0E2D-4DE9-B8EB-2C2F8B00B5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05000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75CB7-94EB-768A-DD9A-273D0C7B5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93B450-9BA1-CCE6-07DB-C459BFDEEA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190445-29EB-1BDD-A762-CB7712CE3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D52D-7A26-41AF-9153-0DFDCA662967}" type="datetimeFigureOut">
              <a:rPr lang="en-IN" smtClean="0"/>
              <a:t>30-09-2025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13910-9CC9-CD53-DB2E-0BE157F3C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3D9329-DCE8-1520-7D2E-D9714A42E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AC1DF-0E2D-4DE9-B8EB-2C2F8B00B5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1853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A3975-02C4-9F3E-0BAE-E22A8D2812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795FAC-DD97-B350-DED5-3D3A1BAA4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AD34BA-910D-CF11-9B93-B92C7C0B7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D52D-7A26-41AF-9153-0DFDCA662967}" type="datetimeFigureOut">
              <a:rPr lang="en-IN" smtClean="0"/>
              <a:t>30-09-2025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CD6AB6-9205-60B2-1265-1E8B9B3E5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059252-0BEB-8327-3A50-EDEDE5C7D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AC1DF-0E2D-4DE9-B8EB-2C2F8B00B5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18032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3E8E3-25D9-5BD3-1995-362BBEF27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ACBA2F-FA97-4C63-1888-D7D17ABCAE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6EF15E-D295-1117-177C-54EEA9786B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3CFFB2-D23A-7DCD-9BF3-37DA80D09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D52D-7A26-41AF-9153-0DFDCA662967}" type="datetimeFigureOut">
              <a:rPr lang="en-IN" smtClean="0"/>
              <a:t>30-09-2025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ABA537-7D15-AC5F-2073-41F52D920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8D5237-3E33-4EB7-C970-66E8E0C85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AC1DF-0E2D-4DE9-B8EB-2C2F8B00B5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25957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62B1B-BFE8-F2DF-F960-302D2E23F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E2B3D1-11F1-CC25-C20E-BA7399E393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6B1553-F070-FA18-FEF8-9269B85850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8C0A2C-9178-FEDB-2F39-D59638F1D6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B41F9B-862B-4CEE-ACCB-D4ABE38256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43FCCBE-51CE-13B5-B15D-70F387739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D52D-7A26-41AF-9153-0DFDCA662967}" type="datetimeFigureOut">
              <a:rPr lang="en-IN" smtClean="0"/>
              <a:t>30-09-2025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F37FD3-0DCF-B5A3-6333-674038312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948691-9EB0-2473-CD4B-3A993D6C3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AC1DF-0E2D-4DE9-B8EB-2C2F8B00B5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62756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753F4-3428-2660-5FCA-735AA6545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5DE5F2-3B9D-4BB7-3595-F6146B86E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D52D-7A26-41AF-9153-0DFDCA662967}" type="datetimeFigureOut">
              <a:rPr lang="en-IN" smtClean="0"/>
              <a:t>30-09-2025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B0D02E-5814-9F37-8AB1-66594AB42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4F3354-47AD-48D1-A9D7-A04098B0A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AC1DF-0E2D-4DE9-B8EB-2C2F8B00B5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47057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C24E53-AE7D-5AA1-F809-3DA7B016C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D52D-7A26-41AF-9153-0DFDCA662967}" type="datetimeFigureOut">
              <a:rPr lang="en-IN" smtClean="0"/>
              <a:t>30-09-2025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A3C52D-9F99-680D-E81E-F42C9C4C0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ACBFFB-451B-F36F-CF7B-A1C9D6A5C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AC1DF-0E2D-4DE9-B8EB-2C2F8B00B5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13647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6719E-AC1B-60B2-8AFC-D004C5CC2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3F34C5-945E-83D2-D0AF-CE0F8C7759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7078D3-CA56-A68D-EE60-8764F9414C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07867C-991F-F033-0BCE-47642AD79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D52D-7A26-41AF-9153-0DFDCA662967}" type="datetimeFigureOut">
              <a:rPr lang="en-IN" smtClean="0"/>
              <a:t>30-09-2025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444CCD-51A4-A094-9C70-B4690547D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BEE49B-9C33-9A88-5ED2-14E2A58FC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AC1DF-0E2D-4DE9-B8EB-2C2F8B00B5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59610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A057C-3B8F-894A-4314-F2D43E37D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FCC15D-5837-51E0-059E-176ACCC526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8C7AEE-D79E-6C8A-B76B-DC100E4122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A41417-2346-E00A-AD58-43FB444DB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D52D-7A26-41AF-9153-0DFDCA662967}" type="datetimeFigureOut">
              <a:rPr lang="en-IN" smtClean="0"/>
              <a:t>30-09-2025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26971F-5311-D874-8D9C-2727682C8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FBE316-BE39-A6FF-6044-1F4B58A02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AC1DF-0E2D-4DE9-B8EB-2C2F8B00B5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74718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5C29F-67E4-6267-8EDB-BD7135BA7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B1C6B0-B774-A71B-ADAF-021DEE5942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DE864-61D5-CCDA-02DE-0FC57EE1A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D52D-7A26-41AF-9153-0DFDCA662967}" type="datetimeFigureOut">
              <a:rPr lang="en-IN" smtClean="0"/>
              <a:t>30-09-2025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A9EA3A-D470-F48B-1443-BADB8D58C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CAD4A0-65B6-1B88-2C19-638906F92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AC1DF-0E2D-4DE9-B8EB-2C2F8B00B5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00349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99CC66-FA1E-4CDA-6B35-8F21370C32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876D51-9CE7-7C89-3FC1-3844B4790F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0CD39E-AF84-B689-B4BF-03DB76936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D52D-7A26-41AF-9153-0DFDCA662967}" type="datetimeFigureOut">
              <a:rPr lang="en-IN" smtClean="0"/>
              <a:t>30-09-2025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9DFFED-A3BA-3C40-BCAC-589CAC89D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7FCD1E-EC3F-2A61-7436-E2DD45BCF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AC1DF-0E2D-4DE9-B8EB-2C2F8B00B5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40134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748FDF-56A1-D144-7F15-4F889C8E3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8F53F6-0855-B75D-5FC5-EBE8A53F4B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C3E305-1F32-C82A-4B03-CFDAFFE95B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16D52D-7A26-41AF-9153-0DFDCA662967}" type="datetimeFigureOut">
              <a:rPr lang="en-IN" smtClean="0"/>
              <a:t>30-09-2025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887AD6-83A3-5449-81FF-F20EFAD45B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4E9864-7B74-C49C-5FAF-441C6BE0C3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4AC1DF-0E2D-4DE9-B8EB-2C2F8B00B5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8987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23DDA25-8D50-E5D6-84BF-A8F5C4CE35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" y="428"/>
            <a:ext cx="12190476" cy="6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39141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C07C5F-A373-DC61-D698-1DA07CDCA2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" y="428"/>
            <a:ext cx="12190476" cy="6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5053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A2CBEBB-1E2A-1637-B1FE-B5C4FAB89E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" y="428"/>
            <a:ext cx="12190476" cy="6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5126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EB28327-4255-E7C2-896F-4969E90AEA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" y="428"/>
            <a:ext cx="12190476" cy="6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5326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6A9CEB1-17B9-0903-79B5-2D555D19A8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" y="428"/>
            <a:ext cx="12190476" cy="6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2020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3920C63-93AA-2EA8-9540-7A83D3FAA7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" y="428"/>
            <a:ext cx="12190476" cy="6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9285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B49A340-486C-51D0-7C56-085A813CFE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" y="428"/>
            <a:ext cx="12190476" cy="6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80415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5A44301-1063-7BC3-12B0-ECED914207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" y="428"/>
            <a:ext cx="12190476" cy="6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7773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662149-C7D2-714F-5850-9E8CB4689B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" y="428"/>
            <a:ext cx="12190476" cy="6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5929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31F8FEA-FD40-D712-62E2-7A710DA294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" y="428"/>
            <a:ext cx="12190476" cy="6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801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9C334AE-F6B7-8FFF-2088-B23571FD81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" y="428"/>
            <a:ext cx="12190476" cy="6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9358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1D7F36-A5B9-7B4B-8800-BD45307082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" y="428"/>
            <a:ext cx="12190476" cy="6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91408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DevOps Security</dc:creator>
  <cp:lastModifiedBy>DevOps Security</cp:lastModifiedBy>
  <cp:revision>1</cp:revision>
  <dcterms:created xsi:type="dcterms:W3CDTF">2025-09-30T07:07:11Z</dcterms:created>
  <dcterms:modified xsi:type="dcterms:W3CDTF">2025-09-30T07:07:11Z</dcterms:modified>
</cp:coreProperties>
</file>