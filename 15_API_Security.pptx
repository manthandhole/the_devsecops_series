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AF62-1E60-A0D2-0FF5-44694AED5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8950B-EAF8-6169-4C55-6DFC1FBAF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8FB33-1E42-5D67-09AD-3AC5F192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33F65-7E35-856B-2332-8C298261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6DD2-563B-B544-9A20-EC07CFA3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455-450A-87A0-D17F-35D5619C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58236-9606-C976-DBC4-31DFF55B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5C88-45EC-7F5E-01AB-31AA868C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C5A3C-6F58-9FB5-316E-1C9A4246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E1FF0-FAEF-B0E5-9BF6-0367B6FD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39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121E-12C3-8DC3-B800-CE5DD9071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53C86-3BB2-6A2A-96D8-66F479DE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A0D3C-240A-0D1F-D05A-F576C0D4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4700E-D820-04AB-AF3C-F01B1172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1B508-9C93-52D5-E93A-FE666963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4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3054-0574-C622-C5BE-E138EF6D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51C24-BB21-80AE-BB13-AECEA0BBE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0FBE5-05E7-9573-07D5-FDAAFE90E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033B6-D792-A04D-77BA-3C957486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4CADF-E92E-4A17-2D11-98F94C2F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9B449-124E-D4E5-67AB-45CC829B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9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4792-3F5B-574A-8AB7-8BE45035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58989-B0B8-AAC5-E838-4B5C78003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128D7-0C63-C5F9-E267-99701C94C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59C2E-DAD3-E3A5-3129-1006272FD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2389B-1C8D-BB8C-2927-78FAC3CFC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42EBE-45BF-9F3F-C956-28285D73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7DE40-F0B4-2C90-D667-975816ED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CF877-9AC7-3B71-A9B2-4908B54C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73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97EA-CBCA-4E81-C169-8368607D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E8DBF-F243-9151-FA6E-A41AE2CA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6CD88-087A-74F7-CE52-4CB1225F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7A671-C47D-825E-6CFE-77CBFA0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E3205-8E7B-8846-AF74-1CD5AB99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64CEC-F359-AFAD-9EB5-DA030C6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74F17-8E68-0F52-A0A9-3BA02ED4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23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1A8F-8989-5D71-E449-E2E1871C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9CE0D-A924-C8E0-3379-79154B657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F08EF-96F8-A970-6445-1AEABBD5A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9E928-6C4F-03AE-C591-86ED6D8F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68B3F-3F32-2411-19EB-E3FADA5F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74FA4-3CA1-8B05-F287-1BFE7972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6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443B-9EE7-9E0F-3884-BAC25068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09B1C-4CDB-1389-BF1A-5499F3247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2A491-2178-557D-C224-5C9567C72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E4DC4-7E0C-3E84-65DF-2ECF1CE7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28958-A0C5-FEF1-5104-0298B2ED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24BA3-1FB3-3199-E67B-615B2560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20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A449-8427-6061-99F2-51384DE3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04B0A-AFA6-B76C-7316-1321C7084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DAC8E-11E2-1A4E-DD0C-AD19F2279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7B12B-0E96-A339-D10E-74D2C746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6389E-D83A-D122-1937-B63C004F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92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BCAA18-3243-C35B-97BD-9DA916D8E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FD63F-13C9-2F9C-A937-ED617F146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A4BA7-BBF4-0F53-1516-3C24B27C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46528-F1C9-E6E8-9E21-30CFF3B5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5A4B-3AA9-DB9C-6EA2-27EDF8B5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5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E76CF-0CD1-19A0-F6EB-5910ADEA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DE853-6106-4931-0643-A57EC1EB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8810-7798-FA3D-FB1A-E159A1EE3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008B-89F1-4F85-976E-41B589311394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F553-66B6-9458-6F33-C642F40B3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1A18B-AD36-BD18-FCA5-23A908A26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4D26F-B5CC-4A87-94A7-AE81DF4601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04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5FAD58-DA88-812D-70F5-CE4AEAE95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0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6A3F-7377-A4B3-52B8-FEE45711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12852-A36A-63D8-6310-67D233E10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3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3115D-873C-E328-E0F5-C0760039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187AB-865B-C2A0-B8A9-B4858ACA5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8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3277-C84C-69BE-EA7A-5DB0059A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15B7A-D241-C47C-8BA8-BDE353E87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3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F24CD-0105-ABCE-05BE-522DC64A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4B9EF7-7393-0CF2-8CF5-4D74D061C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0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D38E-90E3-4D47-6B90-CCF5FD47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DAFC0-A41D-677C-CBFC-07ADE26B3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2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63CE-1336-CE6B-802B-3332908C4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E4FD2-F7F0-C054-C32A-49AEABC01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50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5B0A-AB1C-5115-A4FC-C78BFDB2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451CE-85B8-F404-A739-6871CD9BF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9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FEBE-7B14-7589-E7B2-534502ED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0DDAB-3EA3-2847-EE65-6A6734202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7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2F19-7C6F-2A82-F227-D4CC46F6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2E812-F0FF-FCA6-9009-37B0A28F4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8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DevOps Security</dc:creator>
  <cp:lastModifiedBy>DevOps Security</cp:lastModifiedBy>
  <cp:revision>1</cp:revision>
  <dcterms:created xsi:type="dcterms:W3CDTF">2025-09-30T07:05:17Z</dcterms:created>
  <dcterms:modified xsi:type="dcterms:W3CDTF">2025-09-30T07:05:17Z</dcterms:modified>
</cp:coreProperties>
</file>