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3471B-A0FF-0036-FE27-B4208D2EE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35B03-3744-0442-4500-8C97E8EFE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94E69-1B05-BA82-5D81-73DC29D4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03BFF-C55D-F90C-8D70-28E4C1B5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45F0C-2448-1398-9A4C-1AAC4903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85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EF43-27A6-50DE-9393-F1836B45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27676-D38A-4F5B-503A-0B0D1B482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82674-A88A-E186-0A37-9EA8C843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B86E-5806-84B1-75F5-5954DEFE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FBA50-3927-0E30-3000-DF7DD1E5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47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D7A8-5C2E-1C43-983E-4133C345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63329-C9AB-EEB1-DD7C-01C0B3BE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206EE-2909-6772-AF15-ADA194BD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8D9D2-A7CE-92D7-99E0-DF6268A8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CD6D2-509B-E1A4-81B5-397DE7E1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4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28FA-E355-7C76-7A79-2499F70F8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01C1C-2BA8-5C48-44A0-E6D868772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C7AB4-F8E5-B9BF-DBDA-B28CAD1CE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2AEE5-7336-45D2-348C-7D6BE9E8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F929C-14D7-85CE-0E3B-3D560924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3BFE6-B4BF-56B2-CE16-EE71517B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1808-1DCF-6195-2307-5899DF13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3C621-C834-A4A8-E363-6D41CE84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97C87-50DB-7FAD-97B1-60D822936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46B31-1FD4-D86C-BE11-3E55E8ACB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4BC2F-82CF-B7D8-D3A9-FB6B21801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F86AA-B1D8-1679-6F7E-D4ACA138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F3C8F-297E-53D5-D05A-32C1AFA6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5D3E5-EB7A-48B3-C8BC-034C6B56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70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F2A0-9F8B-FA6B-E7AA-B94A4A48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2C548-F52E-7F1C-E69B-1C59A13C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935D5-8AB6-B050-39F5-7A6EE917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7E17F-ADD1-75FB-5A93-D5B7034A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8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641F9-EBE4-F095-F192-C58C8DC5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F5307D-C92E-970F-C7B6-B7C6F2CA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9D16D-AF1D-58A3-38CA-3CC7974D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48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799B-4A51-84E5-1D72-89C19C47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3779E-510E-4767-6230-0BF2749BA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889FA-61E7-3E0B-83B3-6E672A3BA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57EDE-6A1A-578A-3A2B-39E73EC8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74E38-D7F4-8515-C2F1-9E7FD6E7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CA844-F0F8-ED87-AA90-BD3C60EC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29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32C6-58FB-A52F-FD60-591B1C51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23C6B-C933-68AB-7DCF-CC71D6022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9C2D5-8329-0307-88B8-91C89F9CF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53431-D91D-8CA1-CC36-0CB0C84B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236A5-C595-1B12-07AB-1BCC9691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C7743-CFB2-ECDD-6AE1-61F7E216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8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634F-6992-CF9B-F769-674B9833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7A478-9E00-E251-D453-6CBD928AF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9A340-006E-3702-E55B-E87BD791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B8973-CDFE-CE43-CD6D-DCD15208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5FBB4-4C8E-4A97-6EAD-68FE35A9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30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1D2B25-252D-06A7-BDE1-1162AE6272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FCE2A-5708-5675-6839-DA877DC10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F7DA3-D960-A517-40D5-0F66D644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92DC9-A07F-08E8-909A-BAA7DD5E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5D85E-4978-A594-E986-036AB162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78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42A1E-7D48-F310-EBF9-FE7AB1291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255CA-1041-67C0-9DDA-A9BD071EF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3B11E-D7C5-6428-DB4C-8C862969C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0FE9E-70B1-4ABB-A94B-EDF9E7CF4AD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93F17-8A98-0F87-F96B-E40855882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32FA-CED1-ADC3-E5BC-4E2CFBF9F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D7D2C-826B-413E-8211-00CC769D3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89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D7C534-89B8-C515-B830-97128718A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9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82B24-1338-A32E-867F-52684114B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602D1-5E05-994E-E6DC-E827B0E20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3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AC24-530F-161F-531E-E0E77520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FEAB73-1B85-564E-A7B6-7FF7232AD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049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DSO</dc:creator>
  <cp:lastModifiedBy>DSO</cp:lastModifiedBy>
  <cp:revision>1</cp:revision>
  <dcterms:created xsi:type="dcterms:W3CDTF">2025-11-13T18:45:07Z</dcterms:created>
  <dcterms:modified xsi:type="dcterms:W3CDTF">2025-11-13T18:45:28Z</dcterms:modified>
</cp:coreProperties>
</file>