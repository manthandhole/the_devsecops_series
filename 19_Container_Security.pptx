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CAE0A-6978-B49C-4F27-1C2169932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668A65-FECB-60CB-9D2B-120C0E3BE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78407-590C-4091-2DB1-9AF5F8EBB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0FC8-85A4-432E-922F-F5AF6B3B29A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BAE6E-29C7-FDBC-0A8A-CBC5DACC8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7EBDD-9811-9D08-7022-3933EB62E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46B9F-D3FB-4BC9-A94F-5AB1ED5C94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430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B05F8-8252-B677-AE01-57D13870B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687AE-0D69-ECD6-4629-DF77EE509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54B2F-1708-8317-C710-56795C9A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0FC8-85A4-432E-922F-F5AF6B3B29A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EDEA7-759E-F342-0A61-A24D2521F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FD4B6-ADE7-80C3-91FA-AA1D2CDDB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46B9F-D3FB-4BC9-A94F-5AB1ED5C94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914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853FA-4B8A-54BB-F914-6FE1CD438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4A200-BE76-74BC-9866-4244CFD60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60627-795C-80B2-A032-3257270D8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0FC8-85A4-432E-922F-F5AF6B3B29A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DC3A4-7032-B684-B0CC-5C4E3479A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14703-89BE-79FE-DC47-0A8D7A889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46B9F-D3FB-4BC9-A94F-5AB1ED5C94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739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9FC40-BE5F-7B5B-41E5-D88916033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002CE-0A7B-C005-509B-60481EC54D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A55946-C500-D7B9-6AB4-7B9C3DC7C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C69AF7-9AC4-DAD3-ECC7-975AB56E3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0FC8-85A4-432E-922F-F5AF6B3B29A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9F75D-B3D7-3D4C-2C72-C3E4A6DAC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2BD791-0727-F4B3-79C5-D8AEB0D17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46B9F-D3FB-4BC9-A94F-5AB1ED5C94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31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692CA-3754-C1AD-248D-666368997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EFD25-F359-C4D1-4F01-B49DE08EF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E992E-84C7-E2C7-E9F9-6A168567CD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89248E-4E60-A28E-2BAF-F12DBAECB2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1E10F3-0D33-AC8C-80F2-B46B21A51E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ADF0C0-5487-5E9B-CE21-3CDBDE1B7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0FC8-85A4-432E-922F-F5AF6B3B29A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B99083-023F-C283-A380-87266E09D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82689E-CDD6-7890-9964-D2C8D6A17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46B9F-D3FB-4BC9-A94F-5AB1ED5C94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694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08BA1-406C-6828-0FFC-77B76A283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05DF29-ED47-B1DE-752F-0CDD308AA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0FC8-85A4-432E-922F-F5AF6B3B29A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A6B996-5E70-9E24-225A-3E27FE908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913CBB-6FA3-2619-EB06-3481EC7E3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46B9F-D3FB-4BC9-A94F-5AB1ED5C94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286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7B7D88-4B70-F0E5-1463-557DDBFB8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0FC8-85A4-432E-922F-F5AF6B3B29A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96F99A-E158-86FE-C368-86F274097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7CE71-CBFD-01AB-0106-5A57A86C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46B9F-D3FB-4BC9-A94F-5AB1ED5C94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652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988D8-0717-9736-60DA-C253F4293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9075B-1E60-E89E-6613-DB1BA6E86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D2EF9-78B1-746B-45B5-27E594C52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CC2A2-3788-B540-92B5-D82F30E38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0FC8-85A4-432E-922F-F5AF6B3B29A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22A35-CE07-976B-BE95-4D63DE9F7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DBD79-1F71-35EE-472F-679395BBD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46B9F-D3FB-4BC9-A94F-5AB1ED5C94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148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94DB8-5323-E90B-CBA9-0696B321F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8F6731-1170-4D84-6A37-5CBDEF86E9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7CF06F-BC2A-05F2-EE95-8AA297014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C5825-4193-40CE-7558-8212F553A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0FC8-85A4-432E-922F-F5AF6B3B29A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73569-09CA-40A8-F4CB-71EEAAE2E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1166AF-C629-C9A6-0A76-99E805FE6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46B9F-D3FB-4BC9-A94F-5AB1ED5C94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59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7B4A-6B35-5A4B-52E6-E2A9DFC2C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385112-3F40-8E85-CFE0-CFE5576F5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B0987-2F3D-F8B8-0BEC-C2A2D42E5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0FC8-85A4-432E-922F-F5AF6B3B29A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30954-0213-6EC0-CD4D-0C89C6EF4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67E2B-A78C-4FD3-264D-86A8628ED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46B9F-D3FB-4BC9-A94F-5AB1ED5C94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412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7DEF54-F13B-925B-EF92-5A45F04028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9554F5-4DCB-34D0-B88A-9E356DDFE4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F012D-E9DB-69AF-D5E4-39DD558B8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0FC8-85A4-432E-922F-F5AF6B3B29A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20E70-2EDD-59AB-9EE9-07B499089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EE453-077F-B533-FB66-4A7AC8053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46B9F-D3FB-4BC9-A94F-5AB1ED5C94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384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947BFD-ECAB-ABF7-470F-DA719EFB0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827F3-C3D9-5C6E-917B-3D4C502C3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60938-3332-FF03-CAC2-65CFB456E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90FC8-85A4-432E-922F-F5AF6B3B29A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83806-42E4-DFCE-1994-0ED57DAA29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82E23-3DE4-F334-A9DA-735D4A67F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846B9F-D3FB-4BC9-A94F-5AB1ED5C94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158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419951-2F8D-95E0-90AF-46B27B42DE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810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3B054-B1B5-9328-2AA4-5AFFDEC84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C500F1-0DFF-7FB9-4D12-AF215DB84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706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D0C00-355D-16F3-5B84-7CB1372AB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70EE24-6D0A-B257-5BF7-C6C95D366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618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2083B-EE9C-1582-C7C5-B52375862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A77A02-9C8A-70AA-05C4-5BB2D128D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196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2C3ED-40A9-6D9A-05C5-F1C5FDD56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82A3A5-82EF-5CFD-B089-1AA5EA08A2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970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14446-89C7-0904-4ACE-905E197A1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0CC9F1-2EB4-F8C5-9FF6-BFC5C1E38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207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1FD01-D01F-2D2B-FC75-1E478A22A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5DEA6A-D80B-2C3D-7F9B-21264E366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37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07E44-719C-4E0A-A5AA-14C729629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A80948-47F4-5879-CF3E-0C37032B5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137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E41C5-B436-8752-CBBD-C2BD9377C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0960C8-889E-A11B-6CBC-0F6AB41A1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97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730B2-4441-3287-E957-974974952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719CCC-E74E-5A81-606C-DC5FA01CA9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484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AD51F-0169-800D-D5C0-D7C329B38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8717C0-3109-DCEE-014B-5EC978360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006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2EFC1-946D-7AB4-E409-DAB817900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F63C52-99BD-B2C6-4873-06B57205BD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61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DSO</dc:creator>
  <cp:lastModifiedBy>DSO</cp:lastModifiedBy>
  <cp:revision>1</cp:revision>
  <dcterms:created xsi:type="dcterms:W3CDTF">2026-04-18T19:30:54Z</dcterms:created>
  <dcterms:modified xsi:type="dcterms:W3CDTF">2026-04-18T19:31:07Z</dcterms:modified>
</cp:coreProperties>
</file>